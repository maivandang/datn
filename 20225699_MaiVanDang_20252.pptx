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9" r:id="rId5"/>
    <p:sldId id="257" r:id="rId6"/>
    <p:sldId id="260" r:id="rId7"/>
    <p:sldId id="261" r:id="rId8"/>
    <p:sldId id="258" r:id="rId9"/>
    <p:sldId id="264" r:id="rId10"/>
    <p:sldId id="271" r:id="rId11"/>
    <p:sldId id="270" r:id="rId12"/>
    <p:sldId id="269" r:id="rId13"/>
    <p:sldId id="263" r:id="rId14"/>
    <p:sldId id="265" r:id="rId15"/>
    <p:sldId id="266" r:id="rId16"/>
    <p:sldId id="267" r:id="rId17"/>
    <p:sldId id="268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150307-B196-460F-A1BE-121881B11E46}" v="3" dt="2023-04-19T02:16:49.489"/>
    <p1510:client id="{E911B747-5699-400F-9A4F-AC9867AAF780}" v="194" dt="2023-04-18T03:40:50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6152509-8D0C-4712-AA81-AF54972C78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8E92B09-5AF4-4E86-A8BE-E866F0E2C017}" type="datetime1">
              <a:rPr lang="en-US" smtClean="0"/>
              <a:t>7/9/2026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A90DE7-FAAB-4B91-AC83-B18850F1E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FD5971E-BD21-416C-BC2E-97EE0E09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75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DEAFB3E9-4F5E-435C-B51A-CC5766A852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1:……………………………………..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9C57778-6639-411E-9B4C-12D035AECE2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058844"/>
            <a:ext cx="11514528" cy="490912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1329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2:……………………………………..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3887669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3:……………………………………..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12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8A78F82-82C6-4F07-B7D8-4A1219A1BB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19A9EFEF-A194-4819-82D7-1112425D0E86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2041C72-5CA2-4523-9F1E-50662A3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AD6B24F-6759-4931-A1C4-77BA8AF7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1CD850F7-B0EC-49AD-960D-051EAF5F3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4:……………………………………..</a:t>
            </a:r>
          </a:p>
        </p:txBody>
      </p:sp>
      <p:sp>
        <p:nvSpPr>
          <p:cNvPr id="11" name="Chart Placeholder 14">
            <a:extLst>
              <a:ext uri="{FF2B5EF4-FFF2-40B4-BE49-F238E27FC236}">
                <a16:creationId xmlns:a16="http://schemas.microsoft.com/office/drawing/2014/main" id="{4A80550F-98CB-400B-9D36-210A7AED20E8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8736" y="1406525"/>
            <a:ext cx="5757264" cy="467042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2" name="Table Placeholder 16">
            <a:extLst>
              <a:ext uri="{FF2B5EF4-FFF2-40B4-BE49-F238E27FC236}">
                <a16:creationId xmlns:a16="http://schemas.microsoft.com/office/drawing/2014/main" id="{15345DA2-1E92-473D-9483-A24F87614F3D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10300" y="1392239"/>
            <a:ext cx="5592763" cy="46847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2426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1F29B1-F2F8-4527-A0B9-5A566F0DB5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EEBFCEF3-2DDE-476B-8A96-303EC557333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1F89192-9608-4DA0-9D58-CE5D74F0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1300396-45C9-472A-AA37-70408F1C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5B855E6-8413-49D5-929E-33A3B36275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58372" y="1248325"/>
            <a:ext cx="7391400" cy="52054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B6BBE52-BFE6-4B4F-95C1-25C2EB84A6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58372" y="404265"/>
            <a:ext cx="7391400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5:……………………………………..</a:t>
            </a:r>
          </a:p>
        </p:txBody>
      </p:sp>
    </p:spTree>
    <p:extLst>
      <p:ext uri="{BB962C8B-B14F-4D97-AF65-F5344CB8AC3E}">
        <p14:creationId xmlns:p14="http://schemas.microsoft.com/office/powerpoint/2010/main" val="4113439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6:……………………………………..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35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7:……………………………………..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960585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8:……………………………………..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032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9:……………………………………..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1226200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21A061D-9F38-49ED-BAF8-8055D9FB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2F65D4C-DEE4-4C7B-91C4-D6D57A523E98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90FAA6E-46AD-4366-8E80-2F5BEB7D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A5604C7-0828-446E-97CC-8D6162E69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81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0333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4">
            <a:extLst>
              <a:ext uri="{FF2B5EF4-FFF2-40B4-BE49-F238E27FC236}">
                <a16:creationId xmlns:a16="http://schemas.microsoft.com/office/drawing/2014/main" id="{4C167836-5AFF-4757-AB55-39FD3BBF9D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898" y="2461846"/>
            <a:ext cx="4614203" cy="1934307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81520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54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5" r:id="rId5"/>
    <p:sldLayoutId id="2147483654" r:id="rId6"/>
    <p:sldLayoutId id="2147483660" r:id="rId7"/>
    <p:sldLayoutId id="2147483659" r:id="rId8"/>
    <p:sldLayoutId id="2147483658" r:id="rId9"/>
    <p:sldLayoutId id="2147483661" r:id="rId10"/>
    <p:sldLayoutId id="2147483656" r:id="rId11"/>
    <p:sldLayoutId id="2147483657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6355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37FC17F-78B9-4DA3-B1E3-B6651CB17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8005" y="322818"/>
            <a:ext cx="3174367" cy="952975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5702E00C-3125-4CD1-A5F8-64723BF48E3E}"/>
              </a:ext>
            </a:extLst>
          </p:cNvPr>
          <p:cNvSpPr txBox="1">
            <a:spLocks/>
          </p:cNvSpPr>
          <p:nvPr/>
        </p:nvSpPr>
        <p:spPr>
          <a:xfrm>
            <a:off x="386634" y="2219413"/>
            <a:ext cx="7342482" cy="848792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72BF49D9-2FCE-4950-8B1C-F580CC18F4C9}"/>
              </a:ext>
            </a:extLst>
          </p:cNvPr>
          <p:cNvSpPr txBox="1">
            <a:spLocks/>
          </p:cNvSpPr>
          <p:nvPr/>
        </p:nvSpPr>
        <p:spPr>
          <a:xfrm>
            <a:off x="386634" y="3884623"/>
            <a:ext cx="10613875" cy="848793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sz="2800" b="0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F4829-01AB-4F75-A03B-DF4FC4C3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6AB5E1FB-AFEB-2850-B1CC-75C8CAE43395}"/>
              </a:ext>
            </a:extLst>
          </p:cNvPr>
          <p:cNvSpPr txBox="1"/>
          <p:nvPr/>
        </p:nvSpPr>
        <p:spPr>
          <a:xfrm>
            <a:off x="438005" y="1727693"/>
            <a:ext cx="931009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b="1">
                <a:solidFill>
                  <a:srgbClr val="C00000"/>
                </a:solidFill>
              </a:rPr>
              <a:t>PHÁT TRIỂN HỆ THỐNG NHẬN DIỆN NGƯỜI DÙNG QUA HÀNH VI SỬ DỤNG ĐIỆN THOẠI VỚI CƠ CHẾ XÁC THỰC DỰ PHÒNG BẰNG CỬ CHỈ CHUYỂN ĐỘNG</a:t>
            </a:r>
            <a:endParaRPr lang="vi-VN" sz="3200">
              <a:solidFill>
                <a:srgbClr val="C00000"/>
              </a:solidFill>
            </a:endParaRPr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E3A84007-AAA8-4538-B911-EC1DD55BB5F0}"/>
              </a:ext>
            </a:extLst>
          </p:cNvPr>
          <p:cNvSpPr txBox="1"/>
          <p:nvPr/>
        </p:nvSpPr>
        <p:spPr>
          <a:xfrm>
            <a:off x="386634" y="3996036"/>
            <a:ext cx="4386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2800">
                <a:solidFill>
                  <a:srgbClr val="C00000"/>
                </a:solidFill>
              </a:rPr>
              <a:t>Mai Văn Đăng - 20225699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20CEA0A-A3BE-2049-495B-C78774C2BECD}"/>
              </a:ext>
            </a:extLst>
          </p:cNvPr>
          <p:cNvSpPr txBox="1"/>
          <p:nvPr/>
        </p:nvSpPr>
        <p:spPr>
          <a:xfrm>
            <a:off x="386634" y="4828315"/>
            <a:ext cx="60147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2800">
                <a:solidFill>
                  <a:srgbClr val="C00000"/>
                </a:solidFill>
              </a:rPr>
              <a:t>GVHD: PGS.TS. Nguyễn Linh Giang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B3AB5-95DF-4273-871C-843529DB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chính</a:t>
            </a:r>
            <a:br>
              <a:rPr lang="vi-VN"/>
            </a:b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3E091-9DCD-4DE7-96D1-A93E44E0F5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101653"/>
            <a:ext cx="11514528" cy="4909124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vi-VN"/>
              <a:t>Đặt vấn đề &amp; mục tiêu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Tổng quan giải pháp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Xây dựng dữ liệu &amp; mô hình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Kết quả đánh giá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Triển khai &amp; sản phẩm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Kết luận</a:t>
            </a:r>
          </a:p>
          <a:p>
            <a:pPr marL="514350" indent="-514350">
              <a:buFont typeface="+mj-lt"/>
              <a:buAutoNum type="arabicPeriod"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879D-D188-4DA3-8675-F8BCF379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3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Đặt vấn đề &amp; Mục tiêu</a:t>
            </a:r>
            <a:br>
              <a:rPr lang="vi-VN"/>
            </a:b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C8196C5E-7B93-4E81-B617-CD97C06D603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0200" y="1406769"/>
            <a:ext cx="11735420" cy="4655894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Đặt vấn đề</a:t>
            </a:r>
          </a:p>
          <a:p>
            <a:r>
              <a:rPr lang="vi-VN" sz="2400"/>
              <a:t>Xác thực hiện nay chỉ diễn ra một lần lúc mở khóa</a:t>
            </a:r>
          </a:p>
          <a:p>
            <a:pPr marL="0" indent="0">
              <a:buNone/>
            </a:pPr>
            <a:r>
              <a:rPr lang="vi-VN" sz="2400"/>
              <a:t>   → mở khóa xong không kiểm soát lại danh tính</a:t>
            </a:r>
          </a:p>
          <a:p>
            <a:r>
              <a:rPr lang="vi-VN" sz="2400"/>
              <a:t>Sinh trắc học hành vi: xác thực liên tục, tận dụng cảm biến có sẵn - không cần phần cứng riêng</a:t>
            </a:r>
          </a:p>
          <a:p>
            <a:r>
              <a:rPr lang="vi-VN" sz="2400"/>
              <a:t>Khoảng trống nghiên cứu: thiếu phát hiện người lạ (tập mở) và thiếu cơ chế phản ứng khi bất thường</a:t>
            </a:r>
          </a:p>
          <a:p>
            <a:pPr marL="0" indent="0">
              <a:buNone/>
            </a:pPr>
            <a:r>
              <a:rPr lang="vi-VN" b="1"/>
              <a:t>Mục tiêu</a:t>
            </a:r>
            <a:endParaRPr lang="vi-VN"/>
          </a:p>
          <a:p>
            <a:pPr marL="0" indent="0">
              <a:buNone/>
            </a:pPr>
            <a:r>
              <a:rPr lang="vi-VN" sz="2400"/>
              <a:t>Xây dựng hệ thống xác thực hành vi liên tục chạy trên thiết bị, phát hiện người lạ, kèm dự phòng bằng cử chỉ lắc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76946D-AB92-4D05-97ED-4EDF0AB0F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84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5D019-96A4-4D1E-AFB5-09D65C86E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Tổng quan giải pháp</a:t>
            </a:r>
            <a:br>
              <a:rPr lang="vi-VN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26603-7893-4AE0-9532-68058044B6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4677A-4F02-4478-B9B8-685D0B626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DFF745-883A-A6E3-2E16-C73EEE7A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1104900"/>
            <a:ext cx="5448300" cy="4648200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8CE5613F-1E3B-735D-8B31-AAB63D9DF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63" y="1025532"/>
            <a:ext cx="8096686" cy="4945691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E36919C-B110-AF6D-3E86-F2851EBF0484}"/>
              </a:ext>
            </a:extLst>
          </p:cNvPr>
          <p:cNvSpPr txBox="1"/>
          <p:nvPr/>
        </p:nvSpPr>
        <p:spPr>
          <a:xfrm>
            <a:off x="4027138" y="6043613"/>
            <a:ext cx="4136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600"/>
              <a:t>Sơ đồ tổng</a:t>
            </a:r>
            <a:r>
              <a:rPr lang="vi-VN"/>
              <a:t> quan pipeline hệ thống</a:t>
            </a:r>
          </a:p>
        </p:txBody>
      </p:sp>
    </p:spTree>
    <p:extLst>
      <p:ext uri="{BB962C8B-B14F-4D97-AF65-F5344CB8AC3E}">
        <p14:creationId xmlns:p14="http://schemas.microsoft.com/office/powerpoint/2010/main" val="3505952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FE0E-299A-46D8-9DF7-2C84CBBCA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mô hình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2B1B2EF-F9E2-4625-AD70-EE979A3EA521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3.1. Xây dựng dữ liệu</a:t>
            </a:r>
          </a:p>
          <a:p>
            <a:r>
              <a:rPr lang="vi-VN" sz="2400"/>
              <a:t>26 người, 19 dòng thiết bị, thu trong điều kiện sử dụng tự nhiên</a:t>
            </a:r>
          </a:p>
          <a:p>
            <a:r>
              <a:rPr lang="vi-VN"/>
              <a:t>Mỗi người </a:t>
            </a:r>
            <a:r>
              <a:rPr lang="vi-VN" b="1"/>
              <a:t>6 phiên</a:t>
            </a:r>
            <a:r>
              <a:rPr lang="vi-VN"/>
              <a:t>: 3 hoạt động + biểu mẫu tương tác (chạm, cuộn)</a:t>
            </a:r>
          </a:p>
          <a:p>
            <a:endParaRPr lang="vi-VN" sz="2400"/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4E653-E636-4EED-9A37-BC263FE84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10B68849-2BBA-CBFF-B8BE-A6BFC3F4FB59}"/>
              </a:ext>
            </a:extLst>
          </p:cNvPr>
          <p:cNvSpPr txBox="1">
            <a:spLocks/>
          </p:cNvSpPr>
          <p:nvPr/>
        </p:nvSpPr>
        <p:spPr>
          <a:xfrm>
            <a:off x="4870341" y="5892284"/>
            <a:ext cx="2451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Bảng </a:t>
            </a:r>
            <a:r>
              <a:rPr lang="vi-VN" sz="1600"/>
              <a:t>tổng</a:t>
            </a:r>
            <a:r>
              <a:rPr lang="vi-VN"/>
              <a:t> hợp thiết bị</a:t>
            </a:r>
          </a:p>
        </p:txBody>
      </p:sp>
      <p:graphicFrame>
        <p:nvGraphicFramePr>
          <p:cNvPr id="8" name="Bảng 7">
            <a:extLst>
              <a:ext uri="{FF2B5EF4-FFF2-40B4-BE49-F238E27FC236}">
                <a16:creationId xmlns:a16="http://schemas.microsoft.com/office/drawing/2014/main" id="{7F986E9D-24E0-06A0-6994-FB860AF810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6992209"/>
              </p:ext>
            </p:extLst>
          </p:nvPr>
        </p:nvGraphicFramePr>
        <p:xfrm>
          <a:off x="1907307" y="2925564"/>
          <a:ext cx="812799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5974801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7787071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248635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Hãng sản xuất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Số lượng máy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Phiên bản Android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057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Samsung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12, 13, 16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970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Xiaomi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13, 14, 16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95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Oppo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8.1, 12, 13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265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Realme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539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Tecno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706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Khác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566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Tổng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8.1 - 16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513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7700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5F46-7DD8-B5A1-3FC0-B232CCE5A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FB256-A415-9353-3FC1-E07837A93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mô hình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69BA23E4-CECF-9924-32AA-BB85B202588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3.1. Xây dựng dữ liệu</a:t>
            </a:r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CF76F5-FF9B-A83C-B081-48EB3CEA8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7332EFAE-A17D-C546-376D-FA52A9622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735" y="1897924"/>
            <a:ext cx="4771691" cy="3391399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4127F326-E48B-0E0B-2DE5-3D0F295E1118}"/>
              </a:ext>
            </a:extLst>
          </p:cNvPr>
          <p:cNvSpPr txBox="1"/>
          <p:nvPr/>
        </p:nvSpPr>
        <p:spPr>
          <a:xfrm>
            <a:off x="828819" y="5411390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Sơ đồ </a:t>
            </a:r>
            <a:r>
              <a:rPr lang="vi-VN" sz="1600"/>
              <a:t>usecase</a:t>
            </a:r>
            <a:r>
              <a:rPr lang="vi-VN"/>
              <a:t> thiết bị thu dữ liệu</a:t>
            </a:r>
          </a:p>
        </p:txBody>
      </p:sp>
      <p:pic>
        <p:nvPicPr>
          <p:cNvPr id="11" name="Hình ảnh 10">
            <a:extLst>
              <a:ext uri="{FF2B5EF4-FFF2-40B4-BE49-F238E27FC236}">
                <a16:creationId xmlns:a16="http://schemas.microsoft.com/office/drawing/2014/main" id="{4F8C2323-5A57-2BEE-7655-1301B0A52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576" y="2060024"/>
            <a:ext cx="2200275" cy="3229299"/>
          </a:xfrm>
          <a:prstGeom prst="rect">
            <a:avLst/>
          </a:prstGeom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D8725FFA-1084-5159-9AD7-D3CB59E87F44}"/>
              </a:ext>
            </a:extLst>
          </p:cNvPr>
          <p:cNvSpPr txBox="1"/>
          <p:nvPr/>
        </p:nvSpPr>
        <p:spPr>
          <a:xfrm>
            <a:off x="6898885" y="5412860"/>
            <a:ext cx="25154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/>
              <a:t>Cấu trúc thư mục dữ liệu </a:t>
            </a:r>
          </a:p>
          <a:p>
            <a:pPr algn="ctr"/>
            <a:r>
              <a:rPr lang="vi-VN" sz="1600"/>
              <a:t>của một người dùng</a:t>
            </a:r>
          </a:p>
        </p:txBody>
      </p:sp>
      <p:sp>
        <p:nvSpPr>
          <p:cNvPr id="13" name="Mũi tên: Phải 12">
            <a:extLst>
              <a:ext uri="{FF2B5EF4-FFF2-40B4-BE49-F238E27FC236}">
                <a16:creationId xmlns:a16="http://schemas.microsoft.com/office/drawing/2014/main" id="{DEFEE467-84CF-A072-3D77-169B251A23FC}"/>
              </a:ext>
            </a:extLst>
          </p:cNvPr>
          <p:cNvSpPr/>
          <p:nvPr/>
        </p:nvSpPr>
        <p:spPr>
          <a:xfrm>
            <a:off x="4904509" y="3429000"/>
            <a:ext cx="1191491" cy="2389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7002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9D729-9D07-971C-98B5-123EF7D9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1C999-3492-2E9E-139C-77A3DF05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mô hình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80AA060-FC2D-4350-A6FD-F60EA6F587EA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Xây dựng mô hình</a:t>
            </a:r>
          </a:p>
          <a:p>
            <a:r>
              <a:rPr lang="vi-VN"/>
              <a:t>Nhánh quán tính: </a:t>
            </a:r>
          </a:p>
          <a:p>
            <a:pPr lvl="1"/>
            <a:r>
              <a:rPr lang="vi-VN"/>
              <a:t>CNN 1D mã hóa cửa sổ 200×9 → embedding 128 chiều (khảo sát cùng CNN-LSTM, CNN-BiLSTM)</a:t>
            </a:r>
          </a:p>
          <a:p>
            <a:pPr lvl="1"/>
            <a:r>
              <a:rPr lang="vi-VN"/>
              <a:t>Nhận dạng tập mở: anchor → cosine → z-norm cohort → sigmoid (hàm cos_znorm)</a:t>
            </a:r>
          </a:p>
          <a:p>
            <a:r>
              <a:rPr lang="vi-VN"/>
              <a:t>Nhánh touch 33 chiều (Random Forest) + dung hợp điểm</a:t>
            </a:r>
          </a:p>
          <a:p>
            <a:endParaRPr lang="vi-VN" sz="2400"/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5860C8-7DEC-B70C-66A2-7554912C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123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DD39F-7D4B-8919-E95C-093A3E7D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40617-7424-9516-7EA3-09E786B29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CBB4C80-E123-AF8B-B6F8-D35F3192162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0B0E9581-D575-41FD-9C1E-220AE5191B45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3B307-FEAD-6E88-B9FD-0F96E618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548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08E1B1-D9CD-415A-BCE5-B57F39B2F3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6941D0-D074-43AE-8875-C4BDC98AD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91CA00-8B5A-4B5F-AE21-CF0691D6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500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AD8A-1EA9-C7CE-D797-0A3D974FB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CFAC5-863F-C743-EE8D-B9564CC43E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DD1CE8-660D-F65D-7BA2-062181F1E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516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787B8F-671E-899B-3B95-4CCE696DE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BA6010-86B5-CA9E-6538-49958090D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C8E2D656-4DFD-D837-76D3-A143B0106EB5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CBAF409-B126-D20D-BE76-1D4AFBEB4A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843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CDCA-26D1-DE31-7955-F13FF981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44802-0381-50A3-7C85-B7B6ED4EFE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0FB4F-C0E4-5A49-AA97-BCAA527E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68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248DCA-B91F-BC5A-64CE-246CF3581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308EB-C22C-0699-31DF-5588F4DDA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99678272-23D5-2910-516A-D7EDB6A7FE5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E00C4E-0536-65FC-3882-BD908064E9B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94598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5945A2BB-ABB6-48FB-A491-502474D93E34}"/>
              </a:ext>
            </a:extLst>
          </p:cNvPr>
          <p:cNvSpPr txBox="1">
            <a:spLocks/>
          </p:cNvSpPr>
          <p:nvPr/>
        </p:nvSpPr>
        <p:spPr>
          <a:xfrm>
            <a:off x="5605763" y="2869457"/>
            <a:ext cx="5422456" cy="9713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72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6000"/>
              <a:t>THANK YOU 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55FE58-BA70-418C-863F-55066B66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627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e4770848-7955-4ec6-9f06-ace3904740ab">
      <UserInfo>
        <DisplayName>Cán bộ viên chức Bách Khoa</DisplayName>
        <AccountId>7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B19AD86CDF2D4DBF9DAD694EFBC09D" ma:contentTypeVersion="7" ma:contentTypeDescription="Create a new document." ma:contentTypeScope="" ma:versionID="6423fc3df46fff0625ec86a02e55459f">
  <xsd:schema xmlns:xsd="http://www.w3.org/2001/XMLSchema" xmlns:xs="http://www.w3.org/2001/XMLSchema" xmlns:p="http://schemas.microsoft.com/office/2006/metadata/properties" xmlns:ns2="757826ba-dfa3-48aa-98b2-1e988427fee5" xmlns:ns3="e4770848-7955-4ec6-9f06-ace3904740ab" targetNamespace="http://schemas.microsoft.com/office/2006/metadata/properties" ma:root="true" ma:fieldsID="24cf96f43bac35fd0bad3b1a63bec25f" ns2:_="" ns3:_="">
    <xsd:import namespace="757826ba-dfa3-48aa-98b2-1e988427fee5"/>
    <xsd:import namespace="e4770848-7955-4ec6-9f06-ace3904740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7826ba-dfa3-48aa-98b2-1e988427fe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770848-7955-4ec6-9f06-ace3904740a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B29E730-54C4-4C28-BED5-F21A5A17C36A}">
  <ds:schemaRefs>
    <ds:schemaRef ds:uri="c070d92c-e005-4177-a1a8-b2208be38bba"/>
    <ds:schemaRef ds:uri="c72df4cc-d2de-4b7e-8388-06b9b73bb21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e4770848-7955-4ec6-9f06-ace3904740ab"/>
  </ds:schemaRefs>
</ds:datastoreItem>
</file>

<file path=customXml/itemProps2.xml><?xml version="1.0" encoding="utf-8"?>
<ds:datastoreItem xmlns:ds="http://schemas.openxmlformats.org/officeDocument/2006/customXml" ds:itemID="{1238E738-BBF9-4972-8A16-48B0E68732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57826ba-dfa3-48aa-98b2-1e988427fee5"/>
    <ds:schemaRef ds:uri="e4770848-7955-4ec6-9f06-ace3904740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CC4DF4-9078-4FA4-84E7-1FE1D3C8761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414</Words>
  <Application>Microsoft Office PowerPoint</Application>
  <PresentationFormat>Màn hình rộng</PresentationFormat>
  <Paragraphs>75</Paragraphs>
  <Slides>15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15</vt:i4>
      </vt:variant>
    </vt:vector>
  </HeadingPairs>
  <TitlesOfParts>
    <vt:vector size="19" baseType="lpstr">
      <vt:lpstr>Arial</vt:lpstr>
      <vt:lpstr>Calibri</vt:lpstr>
      <vt:lpstr>Lato</vt:lpstr>
      <vt:lpstr>Office Theme</vt:lpstr>
      <vt:lpstr>Bản trình bày PowerPoint</vt:lpstr>
      <vt:lpstr>Bản trình bày PowerPoint</vt:lpstr>
      <vt:lpstr>Nội dung chính </vt:lpstr>
      <vt:lpstr>1. Đặt vấn đề &amp; Mục tiêu </vt:lpstr>
      <vt:lpstr>2. Tổng quan giải pháp </vt:lpstr>
      <vt:lpstr>3. Xây dựng dữ liệu &amp; mô hình</vt:lpstr>
      <vt:lpstr>3. Xây dựng dữ liệu &amp; mô hình</vt:lpstr>
      <vt:lpstr>3. Xây dựng dữ liệu &amp; mô hình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Mai Van Dang 20225699</cp:lastModifiedBy>
  <cp:revision>6</cp:revision>
  <dcterms:created xsi:type="dcterms:W3CDTF">2021-05-28T04:32:29Z</dcterms:created>
  <dcterms:modified xsi:type="dcterms:W3CDTF">2026-07-09T15:17:50Z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0x010100ECB19AD86CDF2D4DBF9DAD694EFBC09D</vt:lpwstr>
  </property>
  <property fmtid="{D5CDD505-2E9C-101B-9397-08002B2CF9AE}" pid="3" name="MediaServiceImageTags">
    <vt:lpwstr/>
  </property>
</Properties>
</file>