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9" r:id="rId5"/>
    <p:sldId id="256" r:id="rId6"/>
    <p:sldId id="257" r:id="rId7"/>
    <p:sldId id="260" r:id="rId8"/>
    <p:sldId id="261" r:id="rId9"/>
    <p:sldId id="258" r:id="rId10"/>
    <p:sldId id="264" r:id="rId11"/>
    <p:sldId id="263" r:id="rId12"/>
    <p:sldId id="265" r:id="rId13"/>
    <p:sldId id="266" r:id="rId14"/>
    <p:sldId id="267" r:id="rId15"/>
    <p:sldId id="268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150307-B196-460F-A1BE-121881B11E46}" v="3" dt="2023-04-19T02:16:49.489"/>
    <p1510:client id="{E911B747-5699-400F-9A4F-AC9867AAF780}" v="194" dt="2023-04-18T03:40:50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7/9/2026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7/9/2026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7/9/2026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7/9/2026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005" y="322818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3" y="3365399"/>
            <a:ext cx="10613875" cy="84879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101653"/>
            <a:ext cx="11514528" cy="490912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2B1B2EF-F9E2-4625-AD70-EE979A3EA52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B7570B9-F44D-4F61-BF1F-C3F752BCAAB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FAC5-863F-C743-EE8D-B9564CC43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87B8F-671E-899B-3B95-4CCE696D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A6010-86B5-CA9E-6538-49958090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8E2D656-4DFD-D837-76D3-A143B0106EB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CBAF409-B126-D20D-BE76-1D4AFBEB4A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2843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DCA-26D1-DE31-7955-F13FF981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4802-0381-50A3-7C85-B7B6ED4EF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FB4F-C0E4-5A49-AA97-BCAA527E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48DCA-B91F-BC5A-64CE-246CF35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308EB-C22C-0699-31DF-5588F4DD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9678272-23D5-2910-516A-D7EDB6A7FE5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00C4E-0536-65FC-3882-BD908064E9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59459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4770848-7955-4ec6-9f06-ace3904740ab">
      <UserInfo>
        <DisplayName>Cán bộ viên chức Bách Khoa</DisplayName>
        <AccountId>7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CC4DF4-9078-4FA4-84E7-1FE1D3C876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29E730-54C4-4C28-BED5-F21A5A17C36A}">
  <ds:schemaRefs>
    <ds:schemaRef ds:uri="c070d92c-e005-4177-a1a8-b2208be38bba"/>
    <ds:schemaRef ds:uri="c72df4cc-d2de-4b7e-8388-06b9b73bb2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4770848-7955-4ec6-9f06-ace3904740ab"/>
  </ds:schemaRefs>
</ds:datastoreItem>
</file>

<file path=customXml/itemProps3.xml><?xml version="1.0" encoding="utf-8"?>
<ds:datastoreItem xmlns:ds="http://schemas.openxmlformats.org/officeDocument/2006/customXml" ds:itemID="{1238E738-BBF9-4972-8A16-48B0E68732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revision>4</cp:revision>
  <dcterms:created xsi:type="dcterms:W3CDTF">2021-05-28T04:32:29Z</dcterms:created>
  <dcterms:modified xsi:type="dcterms:W3CDTF">2026-07-09T10:25:59Z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